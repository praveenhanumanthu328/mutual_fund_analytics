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End-to-End Data Analytics &amp; Investment Intelligence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Problem</a:t>
            </a: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Transform multiple mutual-fund datasets into reliable analytics for fund comparison, risk assessment and investor behaviour.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Objectives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Build a reproducible data pipeline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Store and query data with SQLite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Perform EDA and performance analytics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Add advanced risk and investor analytics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Build an interactive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Data Sources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Data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Fund master / scheme information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Historical NAV data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Investor transactions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Performance metrics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Portfolio holdings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Technology</a:t>
            </a: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Python • Pandas • NumPy • Matplotlib • Jupyter • SQLite • SQL •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Raw Data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Data Ingestion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Cleaning &amp; Validation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Processed CSVs + SQLite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EDA &amp; Performance Analytics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Advanced Analytics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Power BI Dashboard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      ↓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Business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The EDA stage contains 15+ visual analyses covering: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Fund and AUM trends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NAV and return behaviour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Investor transactions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SIP behaviour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Category and fund-house comparisons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Distribution and relationship analysis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EDA outputs provide the evidence base for later performance and dashboard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EDA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EDA helps answer practical questions: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Which funds/categories attract greater investment?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How do transaction patterns vary across investors?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How do fund characteristics differ across categories?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What trends are visible across the available time period?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These findings feed into the performance and dashboard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Performance analytics uses daily-return based calculations and risk-adjusted measures.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Key analytical measures include: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Daily returns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CAGR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Volatility / standard deviation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Sharpe ratio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Beta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Drawdown and other project-specified risk measures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The calculations are documented in the Performance Analytics notebook.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Advanced Risk &amp; Investor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VaR / CVaR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Historical 95% VaR = 5th percentile of daily returns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CVaR = mean of returns at or below VaR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Calculated for 40 schemes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Rolling Sharpe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90-day rolling mean / rolling standard deviation × √252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Five selected funds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Investor analytics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Cohorts by first transaction year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SIP continuity for investors with 6+ SIPs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&gt;35-day average gap = at-risk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Four interactive pages: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1. Industry Overview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2. Fund Performance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3. Investor Analytics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4. SIP &amp; Market Trends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Dashboard features include KPI cards, trend charts, fund comparisons, investor analysis, market comparisons and interactive slicers.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Dashboard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The dashboard provides an interactive business view of: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Industry AUM and scheme trends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Fund return-versus-risk relationships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Investor transaction patterns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SIP and market trends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Category and fund-house comparisons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It allows users to filter and explore the data instead of relying only on static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Key Findings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Key Findings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40 schemes analysed for historical VaR/CVaR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1,362 investors qualified for SIP continuity analysis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1,332 were classified as at-risk under the &gt;35-day rule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Continuity rate was 2.2%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Equity-fund sector concentration was measured using HHI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Recommendations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Combine returns with risk-adjusted metrics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Use SIP continuity signals for investor engagement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Monitor concentrated portfolios using HHI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• Use cohort behaviour for investor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The Bluestock Mutual Fund Analytics project demonstrates an end-to-end workflow from financial data ingestion to business visualization.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The solution combines:</a:t>
            </a:r>
          </a:p>
          <a:p>
            <a:pPr>
              <a:spcAft>
                <a:spcPts val="900"/>
              </a:spcAft>
              <a:defRPr sz="1700">
                <a:latin typeface="Aptos"/>
              </a:defRPr>
            </a:pPr>
            <a:r>
              <a:t>Python + SQLite + EDA + Performance Analytics + Advanced Analytics + Power BI</a:t>
            </a: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Bluestock Mutual Fund Analytics  •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